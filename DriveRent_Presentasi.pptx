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3716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DriveRent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4D399"/>
                </a:solidFill>
                <a:latin typeface="Calibri"/>
              </a:defRPr>
            </a:pPr>
            <a:r>
              <a:t>Sistem Informasi Rental Mobil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Pemrograman Web  |  SIB 4A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Daftar 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Tentang Proyek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Deskripsi singkat aplikasi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Teknologi yang digunakan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Halaman publik DriveRent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39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00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Armada Mobil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4747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Data kendaraan yang tersedia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Cara Sewa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Alur pemesanan 3 langkah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Dashboard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Panel manajemen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463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846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Fitur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20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Armada, Transaksi, Pelanggan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94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Struktur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Arsitektur file &amp; folder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43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Penutup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Kesimpulan &amp; Q/A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Tentang Proyek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Calibri"/>
              </a:defRPr>
            </a:pPr>
            <a:r>
              <a:t>DriveRent — Rental Mobil Terpercaya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Aplikasi web rental mobil lengkap dengan landing page dan dashboard admin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Dirancang untuk kemudahan pelanggan dalam menyewa kendaraan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Dashboard admin untuk manajemen armada, transaksi, dan pelanggan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Integrasi WhatsApp untuk pemesanan langsung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Responsive design — dapat diakses dari desktop maupun 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200400" cy="20116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Total Armada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931920"/>
            <a:ext cx="3200400" cy="201168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206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663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212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Pelanggan Aktif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6217920"/>
            <a:ext cx="3200400" cy="5486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6492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293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949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Rp 45JT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7498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Pendapatan/Bulan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⚛️  Next.js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React framework terbaru dengan App Router,</a:t>
            </a:r>
            <a:br/>
            <a:r>
              <a:t>Server Components, dan routing otomatis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383280" cy="2011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🧩  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Library UI modern dengan fitur Server</a:t>
            </a:r>
            <a:br/>
            <a:r>
              <a:t>Components dan performa optimal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9" y="1645920"/>
            <a:ext cx="3383280" cy="20116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📘 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Type-safe JavaScript untuk kode yang</a:t>
            </a:r>
            <a:br/>
            <a:r>
              <a:t>lebih reliable dan mudah di-maintain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🎨  Tailwind CSS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Utility-first CSS framework untuk</a:t>
            </a:r>
            <a:br/>
            <a:r>
              <a:t>design responsif dan konsisten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114800"/>
            <a:ext cx="3383280" cy="201168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✨  Lucide 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Library ikon lightweight dengan</a:t>
            </a:r>
            <a:br/>
            <a:r>
              <a:t>1000+ ikon SVG berkualitas tinggi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9" y="4114800"/>
            <a:ext cx="3383280" cy="20116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🧱  shadcn/ui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48463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Komponen UI yang可dikustomisasi,</a:t>
            </a:r>
            <a:br/>
            <a:r>
              <a:t>built on Radix UI primitives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Landing Page — DriveRent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🧭  Navbar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Navigasi sticky dengan logo DriveRent, menu Armada, Cara Sewa, Testimoni, Kontak, dan tombol Hubungi Kami (WhatsApp). Responsive dengan hamburger menu di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83280" cy="21945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🎯  Hero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Headline "Perjalanan Nyaman, Harga Terjangkau" dengan CTA Lihat Armada dan Chat WhatsApp. Menampilkan trust signals: Asuransi Lengkap, Layanan 24 Jam, Rating 4.9.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9" y="1554480"/>
            <a:ext cx="3383280" cy="219456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📋  Car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Grid 6 mobil: Toyota Avanza, Honda Brio, Innova Reborn, Honda Civic, Fortuner, Xenia. Setiap card menampilkan harga, spesifikasi, rating, dan tombol Sewa Sekarang via WhatsApp.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🔄 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3 langkah mudah: Pilih Mobil → Atur Jadwal → Ambil &amp; Nikmati. Ilustrasi icon dan deskripsi singkat.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114800"/>
            <a:ext cx="3383280" cy="21945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💬  Testimoni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3 review pelanggan dengan rating bintang 5. Menampilkan nama, role, dan quote pengalaman.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9" y="4114800"/>
            <a:ext cx="3383280" cy="21945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📍  Footer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Info kontak: telepon, email, website. Jam operasional dan hak cipi DriveRent.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Armada Mobil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Mobil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00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Kursi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600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Bensin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Transmisi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Harga/Hari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Toyota Avanza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40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240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Bensin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Rp 250.000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⭐ 4.8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Honda Brio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Hatchback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743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Bensin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Automatic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Rp 200.000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⭐ 4.7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Toyota Innova Reborn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246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MPV 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246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Diesel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46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Automatic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Rp 400.000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⭐ 4.9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749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Honda Civic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749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Sedan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749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Bensin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49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Automatic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Rp 350.000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⭐ 4.6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251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Toyota Fortuner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251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SUV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4251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Diesel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251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Automatic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251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Rp 500.000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251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⭐ 4.9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Daihatsu Xenia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MPV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4754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Bensin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Rp 230.000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⭐ 4.5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⭐ Populer: Toyota Avanza, Innova Reborn, Toyota Fortuner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Semua kendaraan dirawat secara berkala dan dilengkapi asuransi untuk perjalanan yang aman dan nyaman.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Cara Sewa — 3 Langkah Mudah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65960" y="219456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🚗  Pilih Mobil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Telusuri armada kami dan pilih kendaraan yang paling sesuai dengan kebutuhan perjalanan 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383280" cy="411480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4999" y="219456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4999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📅  Atur Jadwal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19" y="41148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Tentukan tanggal dan durasi sewa. Hubungi kami via WhatsApp untuk konfirmasi ketersediaan.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9" y="1828800"/>
            <a:ext cx="3383280" cy="411480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4039" y="219456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39" y="23774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🏁  Ambil &amp; Nikmati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41148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Ambil kendaraan di lokasi yang telah disepakati atau kami antar ke lokasi Anda.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Dashboard Admin — Balikpapan Trans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7432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🚗 Balikpapan Trans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286000"/>
            <a:ext cx="2286000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560320"/>
            <a:ext cx="22860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📊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108960"/>
            <a:ext cx="2286000" cy="457200"/>
          </a:xfrm>
          <a:prstGeom prst="round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🚗 Daftar Armada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657600"/>
            <a:ext cx="2286000" cy="457200"/>
          </a:xfrm>
          <a:prstGeom prst="round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📋 Transaksi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206239"/>
            <a:ext cx="2286000" cy="457200"/>
          </a:xfrm>
          <a:prstGeom prst="round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👥 Pelanggan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2194560"/>
            <a:ext cx="1828800" cy="1645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Total Armada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+2 bulan ini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194560"/>
            <a:ext cx="1828800" cy="16459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Transaksi Hari 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+3 dari kemarin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194560"/>
            <a:ext cx="1828800" cy="164592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Pelanggan Aktif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+12 bulan ini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2194560"/>
            <a:ext cx="1828800" cy="1645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Rp 45JT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Pendapatan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383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A34A"/>
                </a:solidFill>
                <a:latin typeface="Calibri"/>
              </a:defRPr>
            </a:pPr>
            <a:r>
              <a:t>+18% dari bulan lalu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Transaksi Terakhir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4572000"/>
            <a:ext cx="77724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Pelanggan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Mobil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Tanggal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029200"/>
            <a:ext cx="77724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0" y="5074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Budi Santoso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074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Toyota Avanza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074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05 Jul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074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Selesai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5440680"/>
            <a:ext cx="7772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Siti Rahayu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Honda Brio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05 Jul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Berlangsung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5852160"/>
            <a:ext cx="77724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Ahmad Fauzi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Innova Reborn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04 Jul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Selesai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Fitur Dashboard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🚗  Manajemen Armada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2834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Daftar semua kendaraan (24 unit)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Status: Tersedia / Disewa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Filter berdasarkan tipe &amp; status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CRUD: Tambah, Edit, Hapus armada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Info: nama, tipe, tahun, plat, warna, harga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383280" cy="47548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📋  Manajemen Transaksi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2377440"/>
            <a:ext cx="2834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Riwayat seluruh transaksi rental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Status: Selesai, Berlangsung, Menunggu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Filter berdasarkan status &amp; tanggal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Detail: pelanggan, mobil, durasi, total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Ringkasan total pendapatan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9" y="1554480"/>
            <a:ext cx="3383280" cy="475488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👥  Manajemen Pelanggan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19" y="2377440"/>
            <a:ext cx="2834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Database pelanggan lengkap (156 akun)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Info: nama, email, telepon, alamat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Total riwayat sewa per pelanggan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Filter berdasarkan status aktif/tidak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Pelanggan baru: +12 bulan 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Struktur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onsolas"/>
              </a:defRPr>
            </a:pPr>
            <a:r>
              <a:t>rental-mobil/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onsolas"/>
              </a:defRPr>
            </a:pPr>
            <a:r>
              <a:t>├── 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page.tsx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layout.tsx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globals.css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onsolas"/>
              </a:defRPr>
            </a:pPr>
            <a:r>
              <a:t>│   ├── components/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834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│   └── Sidebar.tsx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onsolas"/>
              </a:defRPr>
            </a:pPr>
            <a:r>
              <a:t>│   └── dashboard/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200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    ├── page.tsx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3832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    ├── layout.tsx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566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    ├── armada/page.tsx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749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    ├── transaksi/page.tsx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931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    └── pelanggan/page.tsx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14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onsolas"/>
              </a:defRPr>
            </a:pPr>
            <a:r>
              <a:t>├── components/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Navbar.tsx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805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Hero.tsx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634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CarList.tsx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HowItWorks.tsx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292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Testimonials.tsx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12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├── Footer.tsx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949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│   └── ui/ (shadcn)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5778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├── package.json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7607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├── tsconfig.json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943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├── next.config.ts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61264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└── tailwind.config.ts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Penjelasan Struktur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app/ — App Router (Next.js 16)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page.tsx — Landing page utama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dashboard/ — Admin panel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components/ — Komponen reusable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components/ — Landing page UI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Navbar, Hero, CarList, dll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ui/ — Komponen shadcn/ui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Public assets, config files, dll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Keunggulan Aplikasi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⚡  Modern &amp; Cepat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Built dengan Next.js 16 &amp; React 19</a:t>
            </a:r>
            <a:br/>
            <a:r>
              <a:t>untuk performa optimal dan</a:t>
            </a:r>
            <a:br/>
            <a:r>
              <a:t>loading time yang cepat.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83280" cy="21945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📱  Responsive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Tampilan optimal di desktop,</a:t>
            </a:r>
            <a:br/>
            <a:r>
              <a:t>tablet, dan mobile. Akses dari</a:t>
            </a:r>
            <a:br/>
            <a:r>
              <a:t>perangkat apapun.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9" y="1554480"/>
            <a:ext cx="3383280" cy="219456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🛡️  Type-Safe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TypeScript memastikan kode</a:t>
            </a:r>
            <a:br/>
            <a:r>
              <a:t>bebas error runtime dan</a:t>
            </a:r>
            <a:br/>
            <a:r>
              <a:t>lebih mudah di-maintain.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💬  Easy 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Integrasi WhatsApp untuk</a:t>
            </a:r>
            <a:br/>
            <a:r>
              <a:t>pemesanan instan. Pelanggan</a:t>
            </a:r>
            <a:br/>
            <a:r>
              <a:t>langsung chat tanpa ribet.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114800"/>
            <a:ext cx="3383280" cy="21945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📊  Admin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Panel lengkap untuk kelola</a:t>
            </a:r>
            <a:br/>
            <a:r>
              <a:t>armada, transaksi, dan</a:t>
            </a:r>
            <a:br/>
            <a:r>
              <a:t>pelanggan dalam satu tempat.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9" y="4114800"/>
            <a:ext cx="3383280" cy="21945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🎨  Modern UI/UX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48463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Desain profesional dengan</a:t>
            </a:r>
            <a:br/>
            <a:r>
              <a:t>Tailwind CSS &amp; shadcn/ui.</a:t>
            </a:r>
            <a:br/>
            <a:r>
              <a:t>Clean dan intuitif.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D399"/>
                </a:solidFill>
                <a:latin typeface="Calibri"/>
              </a:defRPr>
            </a:pPr>
            <a:r>
              <a:t>DriveRent — Rental Mobil Terpercaya</a:t>
            </a:r>
          </a:p>
        </p:txBody>
      </p:sp>
      <p:sp>
        <p:nvSpPr>
          <p:cNvPr id="5" name="Oval 4"/>
          <p:cNvSpPr/>
          <p:nvPr/>
        </p:nvSpPr>
        <p:spPr>
          <a:xfrm>
            <a:off x="5181904" y="3657600"/>
            <a:ext cx="1828800" cy="1828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904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Pemrograman Web  |  SIB 4A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